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Animal Image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Internship Project</a:t>
            </a:r>
          </a:p>
          <a:p>
            <a:r>
              <a:t>Using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Animal classification using AI</a:t>
            </a:r>
          </a:p>
          <a:p>
            <a:r>
              <a:t>Computer Vision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identification is slow</a:t>
            </a:r>
          </a:p>
          <a:p>
            <a:r>
              <a:t>Need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model</a:t>
            </a:r>
          </a:p>
          <a:p>
            <a:r>
              <a:t>Deploy web app</a:t>
            </a:r>
          </a:p>
          <a:p>
            <a:r>
              <a:t>Real-time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 animal classes</a:t>
            </a:r>
          </a:p>
          <a:p>
            <a:r>
              <a:t>Image-based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TensorFlow</a:t>
            </a:r>
          </a:p>
          <a:p>
            <a:r>
              <a:t>Streamlit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Extracts visual features</a:t>
            </a:r>
          </a:p>
          <a:p>
            <a:r>
              <a:t>Used for image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pretrained knowledge</a:t>
            </a:r>
          </a:p>
          <a:p>
            <a:r>
              <a:t>Faster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MobileNetV2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Lightweight</a:t>
            </a:r>
          </a:p>
          <a:p>
            <a:r>
              <a:t>CPU friendly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Model →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Train-validation split</a:t>
            </a:r>
          </a:p>
          <a:p>
            <a:r>
              <a:t>High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&amp; Loss curves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evaluation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image</a:t>
            </a:r>
          </a:p>
          <a:p>
            <a:r>
              <a:t>Camera capture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91% validation accuracy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</a:t>
            </a:r>
          </a:p>
          <a:p>
            <a:r>
              <a:t>Accurate</a:t>
            </a:r>
          </a:p>
          <a:p>
            <a:r>
              <a:t>User friendly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classes</a:t>
            </a:r>
          </a:p>
          <a:p>
            <a:r>
              <a:t>Cloud deployment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completed successfully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